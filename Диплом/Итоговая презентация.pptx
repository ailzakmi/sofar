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1"/>
    <p:sldMasterId id="2147483708" r:id="rId2"/>
  </p:sldMasterIdLst>
  <p:notesMasterIdLst>
    <p:notesMasterId r:id="rId17"/>
  </p:notesMasterIdLst>
  <p:sldIdLst>
    <p:sldId id="273" r:id="rId3"/>
    <p:sldId id="257" r:id="rId4"/>
    <p:sldId id="274" r:id="rId5"/>
    <p:sldId id="297" r:id="rId6"/>
    <p:sldId id="298" r:id="rId7"/>
    <p:sldId id="299" r:id="rId8"/>
    <p:sldId id="280" r:id="rId9"/>
    <p:sldId id="278" r:id="rId10"/>
    <p:sldId id="300" r:id="rId11"/>
    <p:sldId id="301" r:id="rId12"/>
    <p:sldId id="302" r:id="rId13"/>
    <p:sldId id="303" r:id="rId14"/>
    <p:sldId id="285" r:id="rId15"/>
    <p:sldId id="286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4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6006"/>
  </p:normalViewPr>
  <p:slideViewPr>
    <p:cSldViewPr snapToGrid="0" snapToObjects="1">
      <p:cViewPr varScale="1">
        <p:scale>
          <a:sx n="79" d="100"/>
          <a:sy n="79" d="100"/>
        </p:scale>
        <p:origin x="54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A57470-FD3F-994C-BD46-2D13F23739AC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258BC8-2F1F-BE4B-83FA-71165AF1B3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058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258BC8-2F1F-BE4B-83FA-71165AF1B3E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7211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258BC8-2F1F-BE4B-83FA-71165AF1B3E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1526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258BC8-2F1F-BE4B-83FA-71165AF1B3E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73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258BC8-2F1F-BE4B-83FA-71165AF1B3E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67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258BC8-2F1F-BE4B-83FA-71165AF1B3E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2955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258BC8-2F1F-BE4B-83FA-71165AF1B3E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81142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258BC8-2F1F-BE4B-83FA-71165AF1B3E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36466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258BC8-2F1F-BE4B-83FA-71165AF1B3E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0167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258BC8-2F1F-BE4B-83FA-71165AF1B3E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7835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258BC8-2F1F-BE4B-83FA-71165AF1B3E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5245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258BC8-2F1F-BE4B-83FA-71165AF1B3EB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7784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258BC8-2F1F-BE4B-83FA-71165AF1B3E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4666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258BC8-2F1F-BE4B-83FA-71165AF1B3EB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1967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A76D7-1995-4B72-BABC-5EB4AFEF015A}" type="datetime1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5889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D97CB-7C82-4172-B262-A8855E025BBE}" type="datetime1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4593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1C5DE-E59F-46C9-A61B-F860832A7B2F}" type="datetime1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469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2D871-AFA8-484E-A951-418D08EB6699}" type="datetime1">
              <a:rPr lang="ru-RU" smtClean="0"/>
              <a:t>14.01.2026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20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534B-FC02-440F-908C-C33359126DC9}" type="datetime1">
              <a:rPr lang="ru-RU" smtClean="0"/>
              <a:t>14.01.2026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663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4CBDA-072C-4B00-B09C-9CADB3326181}" type="datetime1">
              <a:rPr lang="ru-RU" smtClean="0"/>
              <a:t>14.01.2026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505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5ED7-1EF6-4D03-8308-3DD7B5FC03EB}" type="datetime1">
              <a:rPr lang="ru-RU" smtClean="0"/>
              <a:t>14.01.2026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77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A3FB4-4F93-480D-983F-747517C2B4F1}" type="datetime1">
              <a:rPr lang="ru-RU" smtClean="0"/>
              <a:t>14.01.2026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67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68CEA-ED9A-46CB-8E68-EDAF3D6EA3FB}" type="datetime1">
              <a:rPr lang="ru-RU" smtClean="0"/>
              <a:t>14.01.2026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67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AFB22-69CF-490E-BFF9-2AF8A13FA889}" type="datetime1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1810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8BE34-63EC-4F5C-942A-6B12EC93CA4E}" type="datetime1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740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4AE8-75C2-2242-AFED-78495F10DB34}" type="datetime1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4236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61FDC-EED4-304B-8B4D-FDCE45D49F11}" type="datetime1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7614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4F3F-EC80-324E-B3D9-82639530254F}" type="datetime1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5811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A93F-2939-E041-8C11-907132C4B220}" type="datetime1">
              <a:rPr lang="ru-RU" smtClean="0"/>
              <a:t>14.01.2026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87487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F2144-A576-3D4D-8985-ED50B8D19BE8}" type="datetime1">
              <a:rPr lang="ru-RU" smtClean="0"/>
              <a:t>14.01.2026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4163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C1227-739B-A645-8F39-ACE61F92B391}" type="datetime1">
              <a:rPr lang="ru-RU" smtClean="0"/>
              <a:t>14.01.2026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89955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A1E7F-B016-7743-8091-B03580650992}" type="datetime1">
              <a:rPr lang="ru-RU" smtClean="0"/>
              <a:t>14.01.2026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5730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8024-C918-F948-8048-FE2CDDE192F5}" type="datetime1">
              <a:rPr lang="ru-RU" smtClean="0"/>
              <a:t>14.01.2026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4417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23ED-DA8C-D14C-8478-6795D9463B19}" type="datetime1">
              <a:rPr lang="ru-RU" smtClean="0"/>
              <a:t>14.01.2026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59509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55EC0-2547-3641-AE6F-7DF230143C08}" type="datetime1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09637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1584B-29CF-264A-B068-992488826BD2}" type="datetime1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9039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1000" t="2000" r="-32000" b="8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766BA-2B9F-480C-AE69-6218B3E15BCB}" type="datetime1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984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A4562-BB08-2142-8017-9EEBEF468BE3}" type="datetime1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A91B08-7AC1-6D4A-B34A-188C37328B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3967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5000" b="7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37869" y="4376289"/>
            <a:ext cx="6668262" cy="638054"/>
          </a:xfrm>
        </p:spPr>
        <p:txBody>
          <a:bodyPr>
            <a:noAutofit/>
          </a:bodyPr>
          <a:lstStyle/>
          <a:p>
            <a:r>
              <a:rPr lang="ru-RU" sz="4800" dirty="0">
                <a:solidFill>
                  <a:srgbClr val="044485"/>
                </a:solidFill>
              </a:rPr>
              <a:t>Сбор материалов для выпускной квалификационной работы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82600" y="5536602"/>
            <a:ext cx="6858000" cy="1655762"/>
          </a:xfrm>
        </p:spPr>
        <p:txBody>
          <a:bodyPr>
            <a:normAutofit/>
          </a:bodyPr>
          <a:lstStyle/>
          <a:p>
            <a:pPr algn="l"/>
            <a:r>
              <a:rPr lang="ru-RU" sz="1800" dirty="0">
                <a:solidFill>
                  <a:srgbClr val="044485"/>
                </a:solidFill>
              </a:rPr>
              <a:t>Выполнил студент группы</a:t>
            </a:r>
          </a:p>
          <a:p>
            <a:pPr algn="l"/>
            <a:r>
              <a:rPr lang="ru-RU" sz="1800" dirty="0">
                <a:solidFill>
                  <a:srgbClr val="044485"/>
                </a:solidFill>
              </a:rPr>
              <a:t>РИЗ-420916у</a:t>
            </a:r>
          </a:p>
          <a:p>
            <a:pPr algn="l"/>
            <a:r>
              <a:rPr lang="ru-RU" sz="1800" dirty="0">
                <a:solidFill>
                  <a:srgbClr val="044485"/>
                </a:solidFill>
              </a:rPr>
              <a:t>Казаков А.Д.</a:t>
            </a:r>
          </a:p>
          <a:p>
            <a:pPr algn="l"/>
            <a:endParaRPr lang="ru-RU" sz="1800" dirty="0">
              <a:solidFill>
                <a:srgbClr val="04448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C49C5E-6693-40EF-8391-7C1D336B49F1}"/>
              </a:ext>
            </a:extLst>
          </p:cNvPr>
          <p:cNvSpPr txBox="1"/>
          <p:nvPr/>
        </p:nvSpPr>
        <p:spPr>
          <a:xfrm>
            <a:off x="6188043" y="546116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044485"/>
                </a:solidFill>
              </a:rPr>
              <a:t>Куратор</a:t>
            </a:r>
            <a:r>
              <a:rPr lang="ru-RU" dirty="0">
                <a:solidFill>
                  <a:srgbClr val="044485"/>
                </a:solidFill>
              </a:rPr>
              <a:t>: Спиричева Н. Р.</a:t>
            </a:r>
            <a:endParaRPr lang="ru-RU" sz="1800" dirty="0">
              <a:solidFill>
                <a:srgbClr val="04448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7337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2AC8BC2-EDB1-4DC3-8BF0-011A7716C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273552" y="987551"/>
            <a:ext cx="5870448" cy="587044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0808" y="238191"/>
            <a:ext cx="7134420" cy="530195"/>
          </a:xfrm>
        </p:spPr>
        <p:txBody>
          <a:bodyPr>
            <a:normAutofit fontScale="90000"/>
          </a:bodyPr>
          <a:lstStyle/>
          <a:p>
            <a:pPr algn="r"/>
            <a:r>
              <a:rPr lang="ru-RU" b="1" dirty="0">
                <a:solidFill>
                  <a:srgbClr val="044485"/>
                </a:solidFill>
              </a:rPr>
              <a:t>Введение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765860" y="6349224"/>
            <a:ext cx="2057400" cy="365125"/>
          </a:xfrm>
        </p:spPr>
        <p:txBody>
          <a:bodyPr/>
          <a:lstStyle/>
          <a:p>
            <a:fld id="{C0A91B08-7AC1-6D4A-B34A-188C37328BB5}" type="slidenum">
              <a:rPr lang="ru-RU" sz="20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fld>
            <a:endParaRPr lang="ru-RU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5CE1AF4-D52B-41D9-8E66-383D209B7C8B}"/>
              </a:ext>
            </a:extLst>
          </p:cNvPr>
          <p:cNvSpPr txBox="1">
            <a:spLocks/>
          </p:cNvSpPr>
          <p:nvPr/>
        </p:nvSpPr>
        <p:spPr>
          <a:xfrm>
            <a:off x="1800808" y="273448"/>
            <a:ext cx="2544855" cy="530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Тема проекта</a:t>
            </a:r>
            <a:br>
              <a:rPr lang="ru-RU" sz="15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Название команды</a:t>
            </a:r>
          </a:p>
          <a:p>
            <a:pPr marL="0" indent="0">
              <a:buFont typeface="Arial"/>
              <a:buNone/>
            </a:pP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152A7F-9D4B-D251-995C-D39FE654431F}"/>
              </a:ext>
            </a:extLst>
          </p:cNvPr>
          <p:cNvSpPr txBox="1"/>
          <p:nvPr/>
        </p:nvSpPr>
        <p:spPr>
          <a:xfrm>
            <a:off x="234696" y="1227206"/>
            <a:ext cx="6671056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рамках преддипломной практики была разработана программа сбора сведений о компьютере, обработке этой информации и её хранении.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Цель работы – автоматизация процесса, сбора сведений о компьютере, обработке этой информации и её хранении.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Задачами преддипломной практики, являются: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Изучение предметной области и разбор представленных на рынке решений;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программы выполняющей цель данной работы;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интерфейса программного обеспечения;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и анализ интерфейса пользователя, оптимизация;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Оформление документации на проект.</a:t>
            </a:r>
          </a:p>
        </p:txBody>
      </p:sp>
    </p:spTree>
    <p:extLst>
      <p:ext uri="{BB962C8B-B14F-4D97-AF65-F5344CB8AC3E}">
        <p14:creationId xmlns:p14="http://schemas.microsoft.com/office/powerpoint/2010/main" val="1775473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0808" y="238191"/>
            <a:ext cx="7134420" cy="530195"/>
          </a:xfrm>
        </p:spPr>
        <p:txBody>
          <a:bodyPr>
            <a:normAutofit fontScale="90000"/>
          </a:bodyPr>
          <a:lstStyle/>
          <a:p>
            <a:pPr algn="r"/>
            <a:r>
              <a:rPr lang="ru-RU" b="1" dirty="0">
                <a:solidFill>
                  <a:srgbClr val="044485"/>
                </a:solidFill>
              </a:rPr>
              <a:t>Аналоги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300517"/>
            <a:ext cx="9143999" cy="36512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44485"/>
                </a:solidFill>
              </a:rPr>
              <a:t>AIDA64</a:t>
            </a:r>
            <a:endParaRPr lang="ru-RU" dirty="0">
              <a:solidFill>
                <a:srgbClr val="044485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765860" y="6349224"/>
            <a:ext cx="2057400" cy="365125"/>
          </a:xfrm>
        </p:spPr>
        <p:txBody>
          <a:bodyPr/>
          <a:lstStyle/>
          <a:p>
            <a:fld id="{C0A91B08-7AC1-6D4A-B34A-188C37328BB5}" type="slidenum">
              <a:rPr lang="ru-RU" sz="20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fld>
            <a:endParaRPr lang="ru-RU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520B05E3-353F-4A1B-B616-26ADF8BB3E61}"/>
              </a:ext>
            </a:extLst>
          </p:cNvPr>
          <p:cNvSpPr txBox="1">
            <a:spLocks/>
          </p:cNvSpPr>
          <p:nvPr/>
        </p:nvSpPr>
        <p:spPr>
          <a:xfrm>
            <a:off x="1800808" y="273448"/>
            <a:ext cx="2544855" cy="530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Тема проекта</a:t>
            </a:r>
            <a:br>
              <a:rPr lang="ru-RU" sz="15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Название команды</a:t>
            </a:r>
          </a:p>
          <a:p>
            <a:pPr marL="0" indent="0">
              <a:buFont typeface="Arial"/>
              <a:buNone/>
            </a:pP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47C35D3-4A62-4CA6-B237-2A52F3AC183B}"/>
              </a:ext>
            </a:extLst>
          </p:cNvPr>
          <p:cNvPicPr/>
          <p:nvPr/>
        </p:nvPicPr>
        <p:blipFill rotWithShape="1">
          <a:blip r:embed="rId3"/>
          <a:srcRect b="4878"/>
          <a:stretch/>
        </p:blipFill>
        <p:spPr bwMode="auto">
          <a:xfrm>
            <a:off x="229975" y="1665643"/>
            <a:ext cx="8753836" cy="468358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66591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0808" y="238191"/>
            <a:ext cx="7134420" cy="530195"/>
          </a:xfrm>
        </p:spPr>
        <p:txBody>
          <a:bodyPr>
            <a:normAutofit fontScale="90000"/>
          </a:bodyPr>
          <a:lstStyle/>
          <a:p>
            <a:pPr algn="r"/>
            <a:r>
              <a:rPr lang="ru-RU" b="1" dirty="0">
                <a:solidFill>
                  <a:srgbClr val="044485"/>
                </a:solidFill>
              </a:rPr>
              <a:t>Аналоги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300517"/>
            <a:ext cx="9143999" cy="36512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 err="1">
                <a:solidFill>
                  <a:srgbClr val="044485"/>
                </a:solidFill>
              </a:rPr>
              <a:t>HWiNFO</a:t>
            </a:r>
            <a:endParaRPr lang="ru-RU" dirty="0">
              <a:solidFill>
                <a:srgbClr val="044485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765860" y="6349224"/>
            <a:ext cx="2057400" cy="365125"/>
          </a:xfrm>
        </p:spPr>
        <p:txBody>
          <a:bodyPr/>
          <a:lstStyle/>
          <a:p>
            <a:fld id="{C0A91B08-7AC1-6D4A-B34A-188C37328BB5}" type="slidenum">
              <a:rPr lang="ru-RU" sz="20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fld>
            <a:endParaRPr lang="ru-RU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520B05E3-353F-4A1B-B616-26ADF8BB3E61}"/>
              </a:ext>
            </a:extLst>
          </p:cNvPr>
          <p:cNvSpPr txBox="1">
            <a:spLocks/>
          </p:cNvSpPr>
          <p:nvPr/>
        </p:nvSpPr>
        <p:spPr>
          <a:xfrm>
            <a:off x="1800808" y="273448"/>
            <a:ext cx="2544855" cy="530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Тема проекта</a:t>
            </a:r>
            <a:br>
              <a:rPr lang="ru-RU" sz="15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Название команды</a:t>
            </a:r>
          </a:p>
          <a:p>
            <a:pPr marL="0" indent="0">
              <a:buFont typeface="Arial"/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F9F2982-3DF8-4314-A4BF-EC72E5AA5AB0}"/>
              </a:ext>
            </a:extLst>
          </p:cNvPr>
          <p:cNvPicPr/>
          <p:nvPr/>
        </p:nvPicPr>
        <p:blipFill rotWithShape="1">
          <a:blip r:embed="rId3"/>
          <a:srcRect b="5140"/>
          <a:stretch/>
        </p:blipFill>
        <p:spPr bwMode="auto">
          <a:xfrm>
            <a:off x="229975" y="1665643"/>
            <a:ext cx="8593285" cy="45850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38533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0808" y="238191"/>
            <a:ext cx="7134420" cy="530195"/>
          </a:xfrm>
        </p:spPr>
        <p:txBody>
          <a:bodyPr>
            <a:normAutofit fontScale="90000"/>
          </a:bodyPr>
          <a:lstStyle/>
          <a:p>
            <a:pPr algn="r"/>
            <a:r>
              <a:rPr lang="ru-RU" b="1" dirty="0">
                <a:solidFill>
                  <a:srgbClr val="044485"/>
                </a:solidFill>
              </a:rPr>
              <a:t>Аналоги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300517"/>
            <a:ext cx="9143999" cy="36512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44485"/>
                </a:solidFill>
              </a:rPr>
              <a:t>CPU-Z</a:t>
            </a:r>
            <a:endParaRPr lang="ru-RU" dirty="0">
              <a:solidFill>
                <a:srgbClr val="044485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765860" y="6349224"/>
            <a:ext cx="2057400" cy="365125"/>
          </a:xfrm>
        </p:spPr>
        <p:txBody>
          <a:bodyPr/>
          <a:lstStyle/>
          <a:p>
            <a:fld id="{C0A91B08-7AC1-6D4A-B34A-188C37328BB5}" type="slidenum">
              <a:rPr lang="ru-RU" sz="20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fld>
            <a:endParaRPr lang="ru-RU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520B05E3-353F-4A1B-B616-26ADF8BB3E61}"/>
              </a:ext>
            </a:extLst>
          </p:cNvPr>
          <p:cNvSpPr txBox="1">
            <a:spLocks/>
          </p:cNvSpPr>
          <p:nvPr/>
        </p:nvSpPr>
        <p:spPr>
          <a:xfrm>
            <a:off x="1800808" y="273448"/>
            <a:ext cx="2544855" cy="530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Тема проекта</a:t>
            </a:r>
            <a:br>
              <a:rPr lang="ru-RU" sz="15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Название команды</a:t>
            </a:r>
          </a:p>
          <a:p>
            <a:pPr marL="0" indent="0">
              <a:buFont typeface="Arial"/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64C6CED-8931-4632-BDBE-980105E0F41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221420" y="1665642"/>
            <a:ext cx="4701159" cy="467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148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0808" y="238191"/>
            <a:ext cx="7134420" cy="530195"/>
          </a:xfrm>
        </p:spPr>
        <p:txBody>
          <a:bodyPr>
            <a:normAutofit fontScale="90000"/>
          </a:bodyPr>
          <a:lstStyle/>
          <a:p>
            <a:pPr algn="r"/>
            <a:r>
              <a:rPr lang="ru-RU" b="1" dirty="0">
                <a:solidFill>
                  <a:srgbClr val="044485"/>
                </a:solidFill>
              </a:rPr>
              <a:t>Аналоги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300517"/>
            <a:ext cx="9143999" cy="36512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44485"/>
                </a:solidFill>
              </a:rPr>
              <a:t>Core Temp</a:t>
            </a:r>
            <a:endParaRPr lang="ru-RU" dirty="0">
              <a:solidFill>
                <a:srgbClr val="044485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765860" y="6349224"/>
            <a:ext cx="2057400" cy="365125"/>
          </a:xfrm>
        </p:spPr>
        <p:txBody>
          <a:bodyPr/>
          <a:lstStyle/>
          <a:p>
            <a:fld id="{C0A91B08-7AC1-6D4A-B34A-188C37328BB5}" type="slidenum">
              <a:rPr lang="ru-RU" sz="20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fld>
            <a:endParaRPr lang="ru-RU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520B05E3-353F-4A1B-B616-26ADF8BB3E61}"/>
              </a:ext>
            </a:extLst>
          </p:cNvPr>
          <p:cNvSpPr txBox="1">
            <a:spLocks/>
          </p:cNvSpPr>
          <p:nvPr/>
        </p:nvSpPr>
        <p:spPr>
          <a:xfrm>
            <a:off x="1800808" y="273448"/>
            <a:ext cx="2544855" cy="530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Тема проекта</a:t>
            </a:r>
            <a:br>
              <a:rPr lang="ru-RU" sz="15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Название команды</a:t>
            </a:r>
          </a:p>
          <a:p>
            <a:pPr marL="0" indent="0">
              <a:buFont typeface="Arial"/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7A1298-0F4C-4D51-A810-A46A8081182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833" y="1665643"/>
            <a:ext cx="3434334" cy="46860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4516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0808" y="238191"/>
            <a:ext cx="7134420" cy="530195"/>
          </a:xfrm>
        </p:spPr>
        <p:txBody>
          <a:bodyPr>
            <a:normAutofit fontScale="90000"/>
          </a:bodyPr>
          <a:lstStyle/>
          <a:p>
            <a:pPr algn="r"/>
            <a:r>
              <a:rPr lang="ru-RU" b="1" dirty="0">
                <a:solidFill>
                  <a:srgbClr val="044485"/>
                </a:solidFill>
              </a:rPr>
              <a:t>Технологический стек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765860" y="6349224"/>
            <a:ext cx="2057400" cy="365125"/>
          </a:xfrm>
        </p:spPr>
        <p:txBody>
          <a:bodyPr/>
          <a:lstStyle/>
          <a:p>
            <a:fld id="{C0A91B08-7AC1-6D4A-B34A-188C37328BB5}" type="slidenum">
              <a:rPr lang="ru-RU" sz="20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7</a:t>
            </a:fld>
            <a:endParaRPr lang="ru-RU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6FF135BC-7669-4795-B7F2-6FD1B333C054}"/>
              </a:ext>
            </a:extLst>
          </p:cNvPr>
          <p:cNvSpPr txBox="1">
            <a:spLocks/>
          </p:cNvSpPr>
          <p:nvPr/>
        </p:nvSpPr>
        <p:spPr>
          <a:xfrm>
            <a:off x="1800808" y="273448"/>
            <a:ext cx="2544855" cy="530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Тема проекта</a:t>
            </a:r>
            <a:br>
              <a:rPr lang="ru-RU" sz="15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Название команды</a:t>
            </a:r>
          </a:p>
          <a:p>
            <a:pPr marL="0" indent="0">
              <a:buFont typeface="Arial"/>
              <a:buNone/>
            </a:pPr>
            <a:endParaRPr lang="ru-RU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C207BE7C-2761-8F14-B8C1-FE47A8B0E8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41"/>
          <a:stretch/>
        </p:blipFill>
        <p:spPr bwMode="auto">
          <a:xfrm>
            <a:off x="3000188" y="1366476"/>
            <a:ext cx="2690949" cy="1258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ED2D459-A508-4024-BC41-F46683A2EF0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005665" y="2976187"/>
            <a:ext cx="4679993" cy="228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697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0808" y="238191"/>
            <a:ext cx="7134420" cy="530195"/>
          </a:xfrm>
        </p:spPr>
        <p:txBody>
          <a:bodyPr>
            <a:normAutofit fontScale="90000"/>
          </a:bodyPr>
          <a:lstStyle/>
          <a:p>
            <a:pPr algn="r"/>
            <a:r>
              <a:rPr lang="ru-RU" b="1" dirty="0">
                <a:solidFill>
                  <a:srgbClr val="044485"/>
                </a:solidFill>
              </a:rPr>
              <a:t>Основные модули программы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765860" y="6349224"/>
            <a:ext cx="2057400" cy="365125"/>
          </a:xfrm>
        </p:spPr>
        <p:txBody>
          <a:bodyPr/>
          <a:lstStyle/>
          <a:p>
            <a:fld id="{C0A91B08-7AC1-6D4A-B34A-188C37328BB5}" type="slidenum">
              <a:rPr lang="ru-RU" sz="20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8</a:t>
            </a:fld>
            <a:endParaRPr lang="ru-RU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B2199A77-05D7-4DFD-B127-4EDFAABE9E41}"/>
              </a:ext>
            </a:extLst>
          </p:cNvPr>
          <p:cNvSpPr txBox="1">
            <a:spLocks/>
          </p:cNvSpPr>
          <p:nvPr/>
        </p:nvSpPr>
        <p:spPr>
          <a:xfrm>
            <a:off x="1800808" y="273448"/>
            <a:ext cx="2544855" cy="530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Тема проекта</a:t>
            </a:r>
            <a:br>
              <a:rPr lang="ru-RU" sz="15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Название команды</a:t>
            </a:r>
          </a:p>
          <a:p>
            <a:pPr marL="0" indent="0">
              <a:buFont typeface="Arial"/>
              <a:buNone/>
            </a:pP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FCFFBA1-A44B-4007-854B-55067A14CC0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202786" y="1713872"/>
            <a:ext cx="6738428" cy="4635352"/>
          </a:xfrm>
          <a:prstGeom prst="rect">
            <a:avLst/>
          </a:prstGeom>
        </p:spPr>
      </p:pic>
      <p:sp>
        <p:nvSpPr>
          <p:cNvPr id="11" name="Объект 2">
            <a:extLst>
              <a:ext uri="{FF2B5EF4-FFF2-40B4-BE49-F238E27FC236}">
                <a16:creationId xmlns:a16="http://schemas.microsoft.com/office/drawing/2014/main" id="{18215A2E-32AE-4AA6-9CF4-C6A1E3CC5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0517"/>
            <a:ext cx="9143999" cy="36512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44485"/>
                </a:solidFill>
              </a:rPr>
              <a:t>creating_file</a:t>
            </a:r>
          </a:p>
        </p:txBody>
      </p:sp>
    </p:spTree>
    <p:extLst>
      <p:ext uri="{BB962C8B-B14F-4D97-AF65-F5344CB8AC3E}">
        <p14:creationId xmlns:p14="http://schemas.microsoft.com/office/powerpoint/2010/main" val="1772211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0808" y="238191"/>
            <a:ext cx="7134420" cy="530195"/>
          </a:xfrm>
        </p:spPr>
        <p:txBody>
          <a:bodyPr>
            <a:normAutofit fontScale="90000"/>
          </a:bodyPr>
          <a:lstStyle/>
          <a:p>
            <a:pPr algn="r"/>
            <a:r>
              <a:rPr lang="ru-RU" b="1" dirty="0">
                <a:solidFill>
                  <a:srgbClr val="044485"/>
                </a:solidFill>
              </a:rPr>
              <a:t>Основные модули программы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765860" y="6349224"/>
            <a:ext cx="2057400" cy="365125"/>
          </a:xfrm>
        </p:spPr>
        <p:txBody>
          <a:bodyPr/>
          <a:lstStyle/>
          <a:p>
            <a:fld id="{C0A91B08-7AC1-6D4A-B34A-188C37328BB5}" type="slidenum">
              <a:rPr lang="ru-RU" sz="20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9</a:t>
            </a:fld>
            <a:endParaRPr lang="ru-RU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B2199A77-05D7-4DFD-B127-4EDFAABE9E41}"/>
              </a:ext>
            </a:extLst>
          </p:cNvPr>
          <p:cNvSpPr txBox="1">
            <a:spLocks/>
          </p:cNvSpPr>
          <p:nvPr/>
        </p:nvSpPr>
        <p:spPr>
          <a:xfrm>
            <a:off x="1800808" y="273448"/>
            <a:ext cx="2544855" cy="530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Тема проекта</a:t>
            </a:r>
            <a:br>
              <a:rPr lang="ru-RU" sz="15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Название команды</a:t>
            </a:r>
          </a:p>
          <a:p>
            <a:pPr marL="0" indent="0">
              <a:buFont typeface="Arial"/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B795B4C-6E92-4538-9AD4-8439BB7797E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70635" y="1831869"/>
            <a:ext cx="8764593" cy="3752328"/>
          </a:xfrm>
          <a:prstGeom prst="rect">
            <a:avLst/>
          </a:prstGeom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600FE87D-05FC-4C8E-B01C-00A78B417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0517"/>
            <a:ext cx="9143999" cy="36512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 err="1">
                <a:solidFill>
                  <a:srgbClr val="044485"/>
                </a:solidFill>
              </a:rPr>
              <a:t>win_dop_info</a:t>
            </a:r>
            <a:endParaRPr lang="en-US" dirty="0">
              <a:solidFill>
                <a:srgbClr val="04448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871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0808" y="238191"/>
            <a:ext cx="7134420" cy="530195"/>
          </a:xfrm>
        </p:spPr>
        <p:txBody>
          <a:bodyPr>
            <a:normAutofit fontScale="90000"/>
          </a:bodyPr>
          <a:lstStyle/>
          <a:p>
            <a:pPr algn="r"/>
            <a:r>
              <a:rPr lang="ru-RU" b="1" dirty="0">
                <a:solidFill>
                  <a:srgbClr val="044485"/>
                </a:solidFill>
              </a:rPr>
              <a:t>Основные модули программы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765860" y="6349224"/>
            <a:ext cx="2057400" cy="365125"/>
          </a:xfrm>
        </p:spPr>
        <p:txBody>
          <a:bodyPr/>
          <a:lstStyle/>
          <a:p>
            <a:fld id="{C0A91B08-7AC1-6D4A-B34A-188C37328BB5}" type="slidenum">
              <a:rPr lang="ru-RU" sz="20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fld>
            <a:endParaRPr lang="ru-RU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B2199A77-05D7-4DFD-B127-4EDFAABE9E41}"/>
              </a:ext>
            </a:extLst>
          </p:cNvPr>
          <p:cNvSpPr txBox="1">
            <a:spLocks/>
          </p:cNvSpPr>
          <p:nvPr/>
        </p:nvSpPr>
        <p:spPr>
          <a:xfrm>
            <a:off x="1800808" y="273448"/>
            <a:ext cx="2544855" cy="530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Тема проекта</a:t>
            </a:r>
            <a:br>
              <a:rPr lang="ru-RU" sz="15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Название команды</a:t>
            </a:r>
          </a:p>
          <a:p>
            <a:pPr marL="0" indent="0">
              <a:buFont typeface="Arial"/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D5239A3-9C07-4C7D-901C-FCEA65E4447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331912" y="1533791"/>
            <a:ext cx="6480175" cy="4947285"/>
          </a:xfrm>
          <a:prstGeom prst="rect">
            <a:avLst/>
          </a:prstGeom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A9F2AA61-2087-4F38-8834-B97743217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03921"/>
            <a:ext cx="9143999" cy="36512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 err="1">
                <a:solidFill>
                  <a:srgbClr val="044485"/>
                </a:solidFill>
              </a:rPr>
              <a:t>print_info</a:t>
            </a:r>
            <a:endParaRPr lang="en-US" dirty="0">
              <a:solidFill>
                <a:srgbClr val="04448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660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0808" y="238191"/>
            <a:ext cx="7134420" cy="530195"/>
          </a:xfrm>
        </p:spPr>
        <p:txBody>
          <a:bodyPr>
            <a:normAutofit fontScale="90000"/>
          </a:bodyPr>
          <a:lstStyle/>
          <a:p>
            <a:pPr algn="r"/>
            <a:r>
              <a:rPr lang="ru-RU" b="1" dirty="0">
                <a:solidFill>
                  <a:srgbClr val="044485"/>
                </a:solidFill>
              </a:rPr>
              <a:t>Основные модули программы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765860" y="6349224"/>
            <a:ext cx="2057400" cy="365125"/>
          </a:xfrm>
        </p:spPr>
        <p:txBody>
          <a:bodyPr/>
          <a:lstStyle/>
          <a:p>
            <a:fld id="{C0A91B08-7AC1-6D4A-B34A-188C37328BB5}" type="slidenum">
              <a:rPr lang="ru-RU" sz="20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11</a:t>
            </a:fld>
            <a:endParaRPr lang="ru-RU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B2199A77-05D7-4DFD-B127-4EDFAABE9E41}"/>
              </a:ext>
            </a:extLst>
          </p:cNvPr>
          <p:cNvSpPr txBox="1">
            <a:spLocks/>
          </p:cNvSpPr>
          <p:nvPr/>
        </p:nvSpPr>
        <p:spPr>
          <a:xfrm>
            <a:off x="1800808" y="273448"/>
            <a:ext cx="2544855" cy="530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Тема проекта</a:t>
            </a:r>
            <a:br>
              <a:rPr lang="ru-RU" sz="15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Название команды</a:t>
            </a:r>
          </a:p>
          <a:p>
            <a:pPr marL="0" indent="0">
              <a:buFont typeface="Arial"/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DEB0FB-857D-4773-8499-D701DFA9946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40953" y="1533412"/>
            <a:ext cx="7462094" cy="4815811"/>
          </a:xfrm>
          <a:prstGeom prst="rect">
            <a:avLst/>
          </a:prstGeom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E74A91ED-99E3-40D0-A5A0-6E85C14EB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03542"/>
            <a:ext cx="9143999" cy="36512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 err="1">
                <a:solidFill>
                  <a:srgbClr val="044485"/>
                </a:solidFill>
              </a:rPr>
              <a:t>print_dop_info</a:t>
            </a:r>
            <a:endParaRPr lang="en-US" dirty="0">
              <a:solidFill>
                <a:srgbClr val="04448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825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0808" y="238191"/>
            <a:ext cx="7134420" cy="530195"/>
          </a:xfrm>
        </p:spPr>
        <p:txBody>
          <a:bodyPr>
            <a:normAutofit fontScale="90000"/>
          </a:bodyPr>
          <a:lstStyle/>
          <a:p>
            <a:pPr algn="r"/>
            <a:r>
              <a:rPr lang="ru-RU" b="1" dirty="0">
                <a:solidFill>
                  <a:srgbClr val="044485"/>
                </a:solidFill>
              </a:rPr>
              <a:t>Основные модули программы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765860" y="6349224"/>
            <a:ext cx="2057400" cy="365125"/>
          </a:xfrm>
        </p:spPr>
        <p:txBody>
          <a:bodyPr/>
          <a:lstStyle/>
          <a:p>
            <a:fld id="{C0A91B08-7AC1-6D4A-B34A-188C37328BB5}" type="slidenum">
              <a:rPr lang="ru-RU" sz="20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12</a:t>
            </a:fld>
            <a:endParaRPr lang="ru-RU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B2199A77-05D7-4DFD-B127-4EDFAABE9E41}"/>
              </a:ext>
            </a:extLst>
          </p:cNvPr>
          <p:cNvSpPr txBox="1">
            <a:spLocks/>
          </p:cNvSpPr>
          <p:nvPr/>
        </p:nvSpPr>
        <p:spPr>
          <a:xfrm>
            <a:off x="1800808" y="273448"/>
            <a:ext cx="2544855" cy="530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Тема проекта</a:t>
            </a:r>
            <a:br>
              <a:rPr lang="ru-RU" sz="15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Название команды</a:t>
            </a:r>
          </a:p>
          <a:p>
            <a:pPr marL="0" indent="0">
              <a:buFont typeface="Arial"/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830120A-3A5D-4CF8-A64B-76AF577D93B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96784" y="1929108"/>
            <a:ext cx="7750432" cy="3148218"/>
          </a:xfrm>
          <a:prstGeom prst="rect">
            <a:avLst/>
          </a:prstGeom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A3FDC7A1-CA8D-4C8F-AD6E-CC868851C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0517"/>
            <a:ext cx="9143999" cy="36512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44485"/>
                </a:solidFill>
              </a:rPr>
              <a:t>main</a:t>
            </a:r>
          </a:p>
        </p:txBody>
      </p:sp>
    </p:spTree>
    <p:extLst>
      <p:ext uri="{BB962C8B-B14F-4D97-AF65-F5344CB8AC3E}">
        <p14:creationId xmlns:p14="http://schemas.microsoft.com/office/powerpoint/2010/main" val="1275684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0808" y="238191"/>
            <a:ext cx="7134420" cy="530195"/>
          </a:xfrm>
        </p:spPr>
        <p:txBody>
          <a:bodyPr>
            <a:normAutofit fontScale="90000"/>
          </a:bodyPr>
          <a:lstStyle/>
          <a:p>
            <a:pPr algn="r"/>
            <a:r>
              <a:rPr lang="ru-RU" b="1" dirty="0">
                <a:solidFill>
                  <a:srgbClr val="044485"/>
                </a:solidFill>
              </a:rPr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2747" y="1411804"/>
            <a:ext cx="7886700" cy="530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044485"/>
                </a:solidFill>
              </a:rPr>
              <a:t>Полученные результаты</a:t>
            </a:r>
            <a:endParaRPr lang="en-US" dirty="0">
              <a:solidFill>
                <a:srgbClr val="044485"/>
              </a:solidFill>
            </a:endParaRPr>
          </a:p>
          <a:p>
            <a:pPr marL="0" indent="0">
              <a:buNone/>
            </a:pPr>
            <a:endParaRPr lang="ru-RU" dirty="0">
              <a:solidFill>
                <a:srgbClr val="044485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765860" y="6349224"/>
            <a:ext cx="2057400" cy="365125"/>
          </a:xfrm>
        </p:spPr>
        <p:txBody>
          <a:bodyPr/>
          <a:lstStyle/>
          <a:p>
            <a:fld id="{C0A91B08-7AC1-6D4A-B34A-188C37328BB5}" type="slidenum">
              <a:rPr lang="ru-RU" sz="20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13</a:t>
            </a:fld>
            <a:endParaRPr lang="ru-RU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303D22DF-7896-404C-834A-5C4ADF5528C4}"/>
              </a:ext>
            </a:extLst>
          </p:cNvPr>
          <p:cNvSpPr txBox="1">
            <a:spLocks/>
          </p:cNvSpPr>
          <p:nvPr/>
        </p:nvSpPr>
        <p:spPr>
          <a:xfrm>
            <a:off x="1800808" y="273448"/>
            <a:ext cx="2544855" cy="530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Тема проекта</a:t>
            </a:r>
            <a:br>
              <a:rPr lang="ru-RU" sz="15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ru-RU" sz="1500" dirty="0">
                <a:solidFill>
                  <a:schemeClr val="bg1">
                    <a:lumMod val="50000"/>
                  </a:schemeClr>
                </a:solidFill>
              </a:rPr>
              <a:t>Название команды</a:t>
            </a:r>
          </a:p>
          <a:p>
            <a:pPr marL="0" indent="0">
              <a:buFont typeface="Arial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3333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EEABB0C-6A0A-4077-9DB7-99D937DD4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288792" y="1002791"/>
            <a:ext cx="5855208" cy="585520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24384" y="3436973"/>
            <a:ext cx="5954548" cy="530195"/>
          </a:xfrm>
        </p:spPr>
        <p:txBody>
          <a:bodyPr>
            <a:noAutofit/>
          </a:bodyPr>
          <a:lstStyle/>
          <a:p>
            <a:pPr algn="ctr"/>
            <a:r>
              <a:rPr lang="ru-RU" sz="4800" b="1" dirty="0">
                <a:solidFill>
                  <a:srgbClr val="044485"/>
                </a:solidFill>
              </a:rPr>
              <a:t>Спасибо за внимание!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765860" y="6349224"/>
            <a:ext cx="2057400" cy="365125"/>
          </a:xfrm>
        </p:spPr>
        <p:txBody>
          <a:bodyPr/>
          <a:lstStyle/>
          <a:p>
            <a:fld id="{C0A91B08-7AC1-6D4A-B34A-188C37328BB5}" type="slidenum">
              <a:rPr lang="ru-RU" sz="20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14</a:t>
            </a:fld>
            <a:endParaRPr lang="ru-RU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4106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900</TotalTime>
  <Words>237</Words>
  <Application>Microsoft Office PowerPoint</Application>
  <PresentationFormat>Экран (4:3)</PresentationFormat>
  <Paragraphs>74</Paragraphs>
  <Slides>14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Тема Office</vt:lpstr>
      <vt:lpstr>1_Тема Office</vt:lpstr>
      <vt:lpstr>Сбор материалов для выпускной квалификационной работы</vt:lpstr>
      <vt:lpstr>Введение</vt:lpstr>
      <vt:lpstr>Аналоги</vt:lpstr>
      <vt:lpstr>Аналоги</vt:lpstr>
      <vt:lpstr>Аналоги</vt:lpstr>
      <vt:lpstr>Аналоги</vt:lpstr>
      <vt:lpstr>Технологический стек</vt:lpstr>
      <vt:lpstr>Основные модули программы</vt:lpstr>
      <vt:lpstr>Основные модули программы</vt:lpstr>
      <vt:lpstr>Основные модули программы</vt:lpstr>
      <vt:lpstr>Основные модули программы</vt:lpstr>
      <vt:lpstr>Основные модули программы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Рецензент</dc:creator>
  <cp:lastModifiedBy>anton</cp:lastModifiedBy>
  <cp:revision>33</cp:revision>
  <dcterms:created xsi:type="dcterms:W3CDTF">2017-10-21T13:35:42Z</dcterms:created>
  <dcterms:modified xsi:type="dcterms:W3CDTF">2026-01-14T18:49:33Z</dcterms:modified>
</cp:coreProperties>
</file>